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2007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48640"/>
            <a:ext cx="73152" cy="73152"/>
          </a:xfrm>
          <a:prstGeom prst="ellipse">
            <a:avLst/>
          </a:prstGeom>
          <a:solidFill>
            <a:srgbClr val="00C2A8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469880" y="548640"/>
            <a:ext cx="73152" cy="73152"/>
          </a:xfrm>
          <a:prstGeom prst="ellipse">
            <a:avLst/>
          </a:prstGeom>
          <a:solidFill>
            <a:srgbClr val="00C2A8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972800" y="548640"/>
            <a:ext cx="73152" cy="73152"/>
          </a:xfrm>
          <a:prstGeom prst="ellipse">
            <a:avLst/>
          </a:prstGeom>
          <a:solidFill>
            <a:srgbClr val="00C2A8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966960" y="1051560"/>
            <a:ext cx="73152" cy="73152"/>
          </a:xfrm>
          <a:prstGeom prst="ellipse">
            <a:avLst/>
          </a:prstGeom>
          <a:solidFill>
            <a:srgbClr val="00C2A8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469880" y="1051560"/>
            <a:ext cx="73152" cy="73152"/>
          </a:xfrm>
          <a:prstGeom prst="ellipse">
            <a:avLst/>
          </a:prstGeom>
          <a:solidFill>
            <a:srgbClr val="00C2A8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972800" y="1051560"/>
            <a:ext cx="73152" cy="73152"/>
          </a:xfrm>
          <a:prstGeom prst="ellipse">
            <a:avLst/>
          </a:prstGeom>
          <a:solidFill>
            <a:srgbClr val="00C2A8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icons/shield_00C2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51560"/>
            <a:ext cx="1051560" cy="1051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10515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 Security Analyzer</a:t>
            </a:r>
            <a:endParaRPr lang="en-US" sz="4200" dirty="0"/>
          </a:p>
        </p:txBody>
      </p:sp>
      <p:sp>
        <p:nvSpPr>
          <p:cNvPr id="10" name="Shape 7"/>
          <p:cNvSpPr/>
          <p:nvPr/>
        </p:nvSpPr>
        <p:spPr>
          <a:xfrm>
            <a:off x="841248" y="2331720"/>
            <a:ext cx="2926080" cy="0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22960" y="251460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9A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Analyze. Understand. Strengthen your passwords.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4300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Presented By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7085" y="4155948"/>
            <a:ext cx="4251960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</a:rPr>
              <a:t>Gunashree  S   1BG24CS011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</a:rPr>
              <a:t>Shwetha N C    1BG24CS159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</a:rPr>
              <a:t>Yashaswini M  1BG24CS189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400800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040880" y="411480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43000" y="5010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783080" y="493776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400800" y="5010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040880" y="493776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143000" y="5715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68680" y="1691640"/>
            <a:ext cx="594360" cy="594360"/>
          </a:xfrm>
          <a:prstGeom prst="ellipse">
            <a:avLst/>
          </a:prstGeom>
          <a:solidFill>
            <a:srgbClr val="E4572E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icons/alert_triangle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288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916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68680" y="2615184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143000" y="24231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use weak or predictable passwords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8680" y="3483864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1143000" y="32918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don't understand what makes a password secure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68680" y="4352544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143000" y="4160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checkers give a label, not a reason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68680" y="5221224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1143000" y="50292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engaging way to learn better habits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17920" y="137160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6537960" y="1691640"/>
            <a:ext cx="594360" cy="594360"/>
          </a:xfrm>
          <a:prstGeom prst="ellipse">
            <a:avLst/>
          </a:prstGeom>
          <a:solidFill>
            <a:srgbClr val="00C2A8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1" descr="icons/check_square_00C2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82880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269480" y="16916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6537960" y="2615184"/>
            <a:ext cx="128016" cy="128016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6812280" y="24231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password security report, not just a label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6537960" y="3483864"/>
            <a:ext cx="128016" cy="128016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6812280" y="32918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crack time, and risk level explained clearly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6537960" y="4352544"/>
            <a:ext cx="128016" cy="128016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6812280" y="4160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suggestions to improve every password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6537960" y="5221224"/>
            <a:ext cx="128016" cy="128016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6812280" y="50292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Password Roast and Detective Game to make it fun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485900" y="2468880"/>
            <a:ext cx="731520" cy="731520"/>
          </a:xfrm>
          <a:prstGeom prst="ellipse">
            <a:avLst/>
          </a:prstGeom>
          <a:solidFill>
            <a:srgbClr val="00C2A8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icons/lock_00C2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060" y="26060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6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password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9776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C7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types a password into the analyzer.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154680" y="35661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383280" y="21488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320540" y="2468880"/>
            <a:ext cx="731520" cy="731520"/>
          </a:xfrm>
          <a:prstGeom prst="ellipse">
            <a:avLst/>
          </a:prstGeom>
          <a:solidFill>
            <a:srgbClr val="00C2A8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icons/search_00C2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700" y="260604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6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56616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factors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566160" y="39776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C7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Length, case, numbers, and special characters are checked.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989320" y="35661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217920" y="21488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7155180" y="2468880"/>
            <a:ext cx="731520" cy="731520"/>
          </a:xfrm>
          <a:prstGeom prst="ellipse">
            <a:avLst/>
          </a:prstGeom>
          <a:solidFill>
            <a:srgbClr val="00C2A8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icons/activity_00C2A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2340" y="260604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5508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6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40080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&amp; classify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400800" y="39776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C7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is calculated and rated Weak, Medium, or Strong.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823960" y="35661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9052560" y="21488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9989820" y="2468880"/>
            <a:ext cx="731520" cy="731520"/>
          </a:xfrm>
          <a:prstGeom prst="ellipse">
            <a:avLst/>
          </a:prstGeom>
          <a:solidFill>
            <a:srgbClr val="00C2A8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3" descr="icons/check_square_00C2A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6980" y="2606040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8972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6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923544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&amp; learn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9235440" y="39776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C7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shows results, tips, and the Detective Game.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Highlights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92240" y="173736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85800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 Score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0" y="23317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5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50392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0" y="3291840"/>
            <a:ext cx="4389120" cy="292608"/>
          </a:xfrm>
          <a:prstGeom prst="roundRect">
            <a:avLst>
              <a:gd name="adj" fmla="val 18750"/>
            </a:avLst>
          </a:prstGeom>
          <a:solidFill>
            <a:srgbClr val="2B357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858000" y="3291840"/>
            <a:ext cx="3511296" cy="292608"/>
          </a:xfrm>
          <a:prstGeom prst="roundRect">
            <a:avLst>
              <a:gd name="adj" fmla="val 18750"/>
            </a:avLst>
          </a:prstGeom>
          <a:solidFill>
            <a:srgbClr val="00C2A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0" descr="icons/clock_00C2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749040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0" y="37216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 time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0" y="3721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centuries</a:t>
            </a:r>
            <a:endParaRPr lang="en-US" sz="1300" dirty="0"/>
          </a:p>
        </p:txBody>
      </p:sp>
      <p:pic>
        <p:nvPicPr>
          <p:cNvPr id="13" name="Image 1" descr="icons/activity_00C2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206240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0" y="41788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9144000" y="41788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858000" y="47091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Suggestion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58000" y="501091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more special character to reach the top strength tier.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858000" y="55778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8A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Roast: "Adding numbers to 'password' doesn't fool anyone."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48640" y="192024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0C2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54864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005840" y="18745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length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548640" y="2487168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0C2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548640" y="2487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1005840" y="244144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Uppercase letters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548640" y="3054096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0C2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548640" y="30540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1005840" y="300837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letters</a:t>
            </a:r>
            <a:endParaRPr lang="en-US" sz="1500" dirty="0"/>
          </a:p>
        </p:txBody>
      </p:sp>
      <p:sp>
        <p:nvSpPr>
          <p:cNvPr id="28" name="Shape 24"/>
          <p:cNvSpPr/>
          <p:nvPr/>
        </p:nvSpPr>
        <p:spPr>
          <a:xfrm>
            <a:off x="548640" y="3621024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0C2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/>
          <p:nvPr/>
        </p:nvSpPr>
        <p:spPr>
          <a:xfrm>
            <a:off x="548640" y="36210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1005840" y="357530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1500" dirty="0"/>
          </a:p>
        </p:txBody>
      </p:sp>
      <p:sp>
        <p:nvSpPr>
          <p:cNvPr id="31" name="Shape 27"/>
          <p:cNvSpPr/>
          <p:nvPr/>
        </p:nvSpPr>
        <p:spPr>
          <a:xfrm>
            <a:off x="548640" y="4187952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00C2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8"/>
          <p:cNvSpPr/>
          <p:nvPr/>
        </p:nvSpPr>
        <p:spPr>
          <a:xfrm>
            <a:off x="548640" y="4187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1005840" y="41422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characters</a:t>
            </a:r>
            <a:endParaRPr lang="en-US" sz="1500" dirty="0"/>
          </a:p>
        </p:txBody>
      </p:sp>
      <p:sp>
        <p:nvSpPr>
          <p:cNvPr id="34" name="Text 30"/>
          <p:cNvSpPr/>
          <p:nvPr/>
        </p:nvSpPr>
        <p:spPr>
          <a:xfrm>
            <a:off x="548640" y="48920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35" name="Text 31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41B4D"/>
          </a:solidFill>
          <a:ln w="12700">
            <a:solidFill>
              <a:srgbClr val="2B35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00C2A8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icons/rocket_00C2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08483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recommendations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063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Smarter, personalized password suggestions powered by AI.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41B4D"/>
          </a:solidFill>
          <a:ln w="12700">
            <a:solidFill>
              <a:srgbClr val="2B35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617720" y="1965960"/>
            <a:ext cx="502920" cy="502920"/>
          </a:xfrm>
          <a:prstGeom prst="ellipse">
            <a:avLst/>
          </a:prstGeom>
          <a:solidFill>
            <a:srgbClr val="00C2A8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icons/rocket_00C2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2084832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Breach detection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17720" y="3063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passwords against public breach databases.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41B4D"/>
          </a:solidFill>
          <a:ln w="12700">
            <a:solidFill>
              <a:srgbClr val="2B35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412480" y="1965960"/>
            <a:ext cx="502920" cy="502920"/>
          </a:xfrm>
          <a:prstGeom prst="ellipse">
            <a:avLst/>
          </a:prstGeom>
          <a:solidFill>
            <a:srgbClr val="00C2A8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icons/rocket_00C2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2084832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&amp; analytics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12480" y="3063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password strength trends over time.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41B4D"/>
          </a:solidFill>
          <a:ln w="12700">
            <a:solidFill>
              <a:srgbClr val="2B35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rgbClr val="00C2A8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icons/rocket_00C2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325112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4846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Multi-language support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22960" y="5303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analyzer accessible to a global audience.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43400" y="393192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41B4D"/>
          </a:solidFill>
          <a:ln w="12700">
            <a:solidFill>
              <a:srgbClr val="2B35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4617720" y="4206240"/>
            <a:ext cx="502920" cy="502920"/>
          </a:xfrm>
          <a:prstGeom prst="ellipse">
            <a:avLst/>
          </a:prstGeom>
          <a:solidFill>
            <a:srgbClr val="00C2A8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icons/rocket_00C2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4325112"/>
            <a:ext cx="265176" cy="26517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17720" y="4846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accounts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17720" y="5303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Personalized, saved security reports per user.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38160" y="393192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141B4D"/>
          </a:solidFill>
          <a:ln w="12700">
            <a:solidFill>
              <a:srgbClr val="2B35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8412480" y="4206240"/>
            <a:ext cx="502920" cy="502920"/>
          </a:xfrm>
          <a:prstGeom prst="ellipse">
            <a:avLst/>
          </a:prstGeom>
          <a:solidFill>
            <a:srgbClr val="00C2A8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icons/rocket_00C2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4325112"/>
            <a:ext cx="265176" cy="26517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12480" y="4846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 manager integration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12480" y="5303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directly with popular password managers.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394960"/>
            <a:ext cx="73152" cy="73152"/>
          </a:xfrm>
          <a:prstGeom prst="ellipse">
            <a:avLst/>
          </a:prstGeom>
          <a:solidFill>
            <a:srgbClr val="00C2A8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469880" y="5394960"/>
            <a:ext cx="73152" cy="73152"/>
          </a:xfrm>
          <a:prstGeom prst="ellipse">
            <a:avLst/>
          </a:prstGeom>
          <a:solidFill>
            <a:srgbClr val="00C2A8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972800" y="5394960"/>
            <a:ext cx="73152" cy="73152"/>
          </a:xfrm>
          <a:prstGeom prst="ellipse">
            <a:avLst/>
          </a:prstGeom>
          <a:solidFill>
            <a:srgbClr val="00C2A8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966960" y="5897880"/>
            <a:ext cx="73152" cy="73152"/>
          </a:xfrm>
          <a:prstGeom prst="ellipse">
            <a:avLst/>
          </a:prstGeom>
          <a:solidFill>
            <a:srgbClr val="00C2A8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469880" y="5897880"/>
            <a:ext cx="73152" cy="73152"/>
          </a:xfrm>
          <a:prstGeom prst="ellipse">
            <a:avLst/>
          </a:prstGeom>
          <a:solidFill>
            <a:srgbClr val="00C2A8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972800" y="5897880"/>
            <a:ext cx="73152" cy="73152"/>
          </a:xfrm>
          <a:prstGeom prst="ellipse">
            <a:avLst/>
          </a:prstGeom>
          <a:solidFill>
            <a:srgbClr val="00C2A8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icons/shield_00C2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965960"/>
            <a:ext cx="1371600" cy="1371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520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Security Analyzer — stronger passwords, smarter users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304</Words>
  <Application>Microsoft Office PowerPoint</Application>
  <PresentationFormat>Widescreen</PresentationFormat>
  <Paragraphs>80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Shwetha N C</cp:lastModifiedBy>
  <cp:revision>2</cp:revision>
  <dcterms:created xsi:type="dcterms:W3CDTF">2026-08-06T05:46:47Z</dcterms:created>
  <dcterms:modified xsi:type="dcterms:W3CDTF">2026-08-06T06:14:34Z</dcterms:modified>
</cp:coreProperties>
</file>